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Update &amp; Peningkatan Sistem Analisa Inventory Warehouse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Rangkuman Pembaruan Fitur, UI/UX, dan Integrasi TMS Terkini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Tim 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Mengapa Kita Melakukan Upgrade?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Kebutuhan Visibilitas: Mempermudah pelacakan dokumen dari SO (Sales Order) hingga DO (Delivery Order).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Akurasi Pengiriman (TMS): Memastikan sinkronisasi data armada dan status pengiriman dengan Google Sheets lebih presisi.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Kenyamanan Pengguna (UI/UX): Menyediakan tampilan tabel yang lebih responsif dan mudah dibaca pada layar monitor.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Performa Sistem: Mengurangi beban memori (RAM) pada server VPS dan mempercepat loading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1. Penambahan Kolom Nomor DO (Delivery Order)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Fitur Baru: Kolom "Nomor DO" kini tersedia secara langsung di menu SO Control dan Delivery Routing.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Keuntungan: Pengguna tidak lagi kesulitan mencari DO mana yang terhubung dengan suatu SO.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Eksport Data: Nomor DO kini juga otomatis disertakan saat melakukan Export ke Excel.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Perbaikan Sinkronisasi: Pencarian DO terbaru pada sistem Accurate kini diurutkan menurun (Descending).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2. Peningkatan Integrasi TMS &amp; Google Sheets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Smart Matching: Pencocokan data antara SO di Accurate dengan taskNumber di Google Sheets kini lebih akurat dengan Nomor DO.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Status Logika Armada: Logika Status Armada telah diperbarui agar dapat mendeteksi kondisi kendaraan di lapangan dengan lebih akurat.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Label Status Baru: Status pengiriman kosong kini menampilkan teks "Belum Dijadwalkan".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3. Peningkatan UI/UX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Sticky Header &amp; Horizontal Scrolling: Header tabel tetap menempel saat scroll, baca tabel banyak kolom jadi mudah.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Column Wrapping: Kolom DO memiliki wrapping teks yang lebih rapi tanpa memakan ruang horizontal berlebih.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Filter Tanggal Cepat: Pintasan filter tanggal untuk mempercepat proses analisa.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4. Optimasi Performa Server &amp; Stabilitas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Optimasi Cache Data: Loading data histori penjualan dan SO menjadi jauh lebih cepat.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Hemat Memori (RAM): Pengecekan TypeScript dinonaktifkan di VPS untuk menghemat RAM saat deploy.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Keamanan Kunci Google: Penambahan pelindung/enkripsi pada Google Key mencegah akses tidak sah.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5. Fitur WhatsApp Broadcast Scheduler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WhatsApp Status Privacy: Sistem mendukung fitur eksklusi kontak, menyembunyikan status WA dari orang tertentu.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Relay Cerdas: Integrasi mulus antara sistem Scheduler, database, dan antarmuka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Kesimpulan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Alur Kerja Terpadu: Analisa Stok, Pembuatan SO, Pelacakan DO, hingga Pengiriman (TMS) terhubung dalam satu layar.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Kesiapan VPS: Sistem telah teruji dan stabil di environment VPS produksi.</a:t>
            </a:r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63636"/>
                </a:solidFill>
              </a:rPr>
              <a:t>Fokus Mendatang: Pemantapan performa untuk volume data yang lebih besar.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Sesi Tanya Jawab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Terima kasih!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Ada pertanyaan terkait fitur-fitur baru ini?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2026-06-11T17:26:22Z</dcterms:created>
  <dcterms:modified xsi:type="dcterms:W3CDTF">2026-06-11T17:26:22Z</dcterms:modified>
</cp:coreProperties>
</file>